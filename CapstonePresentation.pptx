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660"/>
  </p:normalViewPr>
  <p:slideViewPr>
    <p:cSldViewPr snapToGrid="0">
      <p:cViewPr varScale="1">
        <p:scale>
          <a:sx n="76" d="100"/>
          <a:sy n="76" d="100"/>
        </p:scale>
        <p:origin x="1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inedatascience.co/software/index.html" TargetMode="External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inedatascience.co/software/index.html" TargetMode="External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1B4466-2CB7-4C53-9DD9-F917CB9D13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00036-4A0E-45F7-B1DC-D6FEBF2CD035}">
      <dgm:prSet phldrT="[Text]" phldr="0"/>
      <dgm:spPr/>
      <dgm:t>
        <a:bodyPr/>
        <a:lstStyle/>
        <a:p>
          <a:r>
            <a:rPr lang="en-US" b="1" u="none" dirty="0"/>
            <a:t>Webots</a:t>
          </a:r>
          <a:r>
            <a:rPr lang="en-US" b="1" dirty="0"/>
            <a:t> </a:t>
          </a:r>
          <a:r>
            <a:rPr lang="en-US" dirty="0"/>
            <a:t>is an application that is used for robot simulations before they get implemented in real life.</a:t>
          </a:r>
        </a:p>
      </dgm:t>
    </dgm:pt>
    <dgm:pt modelId="{9F576934-3A81-420A-8727-1BEDBEBADF43}" type="parTrans" cxnId="{B009A102-629E-4012-A9F4-007B1517D4CE}">
      <dgm:prSet/>
      <dgm:spPr/>
      <dgm:t>
        <a:bodyPr/>
        <a:lstStyle/>
        <a:p>
          <a:endParaRPr lang="en-US"/>
        </a:p>
      </dgm:t>
    </dgm:pt>
    <dgm:pt modelId="{598FE10F-30C1-4C4F-A1BF-9F29643E3DF8}" type="sibTrans" cxnId="{B009A102-629E-4012-A9F4-007B1517D4CE}">
      <dgm:prSet/>
      <dgm:spPr/>
      <dgm:t>
        <a:bodyPr/>
        <a:lstStyle/>
        <a:p>
          <a:endParaRPr lang="en-US"/>
        </a:p>
      </dgm:t>
    </dgm:pt>
    <dgm:pt modelId="{2728736B-8E44-4DCA-A39D-C9C48DF8C77F}">
      <dgm:prSet phldrT="[Text]" phldr="0"/>
      <dgm:spPr/>
      <dgm:t>
        <a:bodyPr/>
        <a:lstStyle/>
        <a:p>
          <a:r>
            <a:rPr lang="en-US" dirty="0"/>
            <a:t>Programming Language that is high performance and reliable</a:t>
          </a:r>
        </a:p>
      </dgm:t>
    </dgm:pt>
    <dgm:pt modelId="{62AA6C9E-C268-4F26-AAF0-DB1E6F8F836C}" type="parTrans" cxnId="{DBD58D5C-3A50-4FDD-8A4A-895633BE8A0C}">
      <dgm:prSet/>
      <dgm:spPr/>
      <dgm:t>
        <a:bodyPr/>
        <a:lstStyle/>
        <a:p>
          <a:endParaRPr lang="en-US"/>
        </a:p>
      </dgm:t>
    </dgm:pt>
    <dgm:pt modelId="{0EC9EFFF-FE82-4CD7-8309-2B9D82F5D0A8}" type="sibTrans" cxnId="{DBD58D5C-3A50-4FDD-8A4A-895633BE8A0C}">
      <dgm:prSet/>
      <dgm:spPr/>
      <dgm:t>
        <a:bodyPr/>
        <a:lstStyle/>
        <a:p>
          <a:endParaRPr lang="en-US"/>
        </a:p>
      </dgm:t>
    </dgm:pt>
    <dgm:pt modelId="{ACC09E94-65A4-4E15-8FE3-455A71D9E685}">
      <dgm:prSet phldrT="[Text]" phldr="0"/>
      <dgm:spPr/>
      <dgm:t>
        <a:bodyPr/>
        <a:lstStyle/>
        <a:p>
          <a:r>
            <a:rPr lang="en-US" dirty="0"/>
            <a:t>The goal of the project is to have a drone that balances itself and to correctly implement the users' commands</a:t>
          </a:r>
        </a:p>
      </dgm:t>
    </dgm:pt>
    <dgm:pt modelId="{19643D48-178B-4480-9E54-33E0A860BF43}" type="parTrans" cxnId="{21302004-9C99-4962-9E4E-4E01E6C05BFF}">
      <dgm:prSet/>
      <dgm:spPr/>
      <dgm:t>
        <a:bodyPr/>
        <a:lstStyle/>
        <a:p>
          <a:endParaRPr lang="en-US"/>
        </a:p>
      </dgm:t>
    </dgm:pt>
    <dgm:pt modelId="{F2F80A08-5770-4503-A1D5-72A6DD88B236}" type="sibTrans" cxnId="{21302004-9C99-4962-9E4E-4E01E6C05BFF}">
      <dgm:prSet/>
      <dgm:spPr/>
      <dgm:t>
        <a:bodyPr/>
        <a:lstStyle/>
        <a:p>
          <a:endParaRPr lang="en-US"/>
        </a:p>
      </dgm:t>
    </dgm:pt>
    <dgm:pt modelId="{83016DD2-1B21-45ED-9F22-C61DE940AE8F}" type="pres">
      <dgm:prSet presAssocID="{441B4466-2CB7-4C53-9DD9-F917CB9D13B0}" presName="linearFlow" presStyleCnt="0">
        <dgm:presLayoutVars>
          <dgm:dir/>
          <dgm:resizeHandles val="exact"/>
        </dgm:presLayoutVars>
      </dgm:prSet>
      <dgm:spPr/>
    </dgm:pt>
    <dgm:pt modelId="{BD800576-2BD0-4F9A-AA2E-D09BAA74DE5A}" type="pres">
      <dgm:prSet presAssocID="{C9100036-4A0E-45F7-B1DC-D6FEBF2CD035}" presName="composite" presStyleCnt="0"/>
      <dgm:spPr/>
    </dgm:pt>
    <dgm:pt modelId="{A7D4DE7F-3B15-4613-80A6-227DBE53A5DD}" type="pres">
      <dgm:prSet presAssocID="{C9100036-4A0E-45F7-B1DC-D6FEBF2CD035}" presName="imgShp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6084B1B7-709D-45E3-B274-3676292C207F}" type="pres">
      <dgm:prSet presAssocID="{C9100036-4A0E-45F7-B1DC-D6FEBF2CD035}" presName="txShp" presStyleLbl="node1" presStyleIdx="0" presStyleCnt="3">
        <dgm:presLayoutVars>
          <dgm:bulletEnabled val="1"/>
        </dgm:presLayoutVars>
      </dgm:prSet>
      <dgm:spPr/>
    </dgm:pt>
    <dgm:pt modelId="{C91AD4E8-ABAA-4D8F-9805-31E8612D249B}" type="pres">
      <dgm:prSet presAssocID="{598FE10F-30C1-4C4F-A1BF-9F29643E3DF8}" presName="spacing" presStyleCnt="0"/>
      <dgm:spPr/>
    </dgm:pt>
    <dgm:pt modelId="{1BBE598A-AB1C-48BB-BB9E-CF1F0143F589}" type="pres">
      <dgm:prSet presAssocID="{2728736B-8E44-4DCA-A39D-C9C48DF8C77F}" presName="composite" presStyleCnt="0"/>
      <dgm:spPr/>
    </dgm:pt>
    <dgm:pt modelId="{4CE33B2A-5D1A-44BB-9688-C1694163D911}" type="pres">
      <dgm:prSet presAssocID="{2728736B-8E44-4DCA-A39D-C9C48DF8C77F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000" b="-6000"/>
          </a:stretch>
        </a:blipFill>
        <a:ln>
          <a:noFill/>
        </a:ln>
      </dgm:spPr>
    </dgm:pt>
    <dgm:pt modelId="{CF575854-C532-46BB-9336-4B7D949E72C2}" type="pres">
      <dgm:prSet presAssocID="{2728736B-8E44-4DCA-A39D-C9C48DF8C77F}" presName="txShp" presStyleLbl="node1" presStyleIdx="1" presStyleCnt="3">
        <dgm:presLayoutVars>
          <dgm:bulletEnabled val="1"/>
        </dgm:presLayoutVars>
      </dgm:prSet>
      <dgm:spPr/>
    </dgm:pt>
    <dgm:pt modelId="{89065810-30C1-4043-988E-0BCA1AC37A5D}" type="pres">
      <dgm:prSet presAssocID="{0EC9EFFF-FE82-4CD7-8309-2B9D82F5D0A8}" presName="spacing" presStyleCnt="0"/>
      <dgm:spPr/>
    </dgm:pt>
    <dgm:pt modelId="{BAAAFDFA-8D26-4FE7-8BF1-9512D469F29E}" type="pres">
      <dgm:prSet presAssocID="{ACC09E94-65A4-4E15-8FE3-455A71D9E685}" presName="composite" presStyleCnt="0"/>
      <dgm:spPr/>
    </dgm:pt>
    <dgm:pt modelId="{FC2D8AFF-5D91-4B81-B77A-510A5BF3E53F}" type="pres">
      <dgm:prSet presAssocID="{ACC09E94-65A4-4E15-8FE3-455A71D9E685}" presName="imgShp" presStyleLbl="fgImgPlace1" presStyleIdx="2" presStyleCnt="3"/>
      <dgm:spPr>
        <a:blipFill>
          <a:blip xmlns:r="http://schemas.openxmlformats.org/officeDocument/2006/relationships" r:embed="rId4"/>
          <a:srcRect/>
          <a:stretch>
            <a:fillRect l="-18000" r="-18000"/>
          </a:stretch>
        </a:blipFill>
        <a:ln>
          <a:noFill/>
        </a:ln>
      </dgm:spPr>
    </dgm:pt>
    <dgm:pt modelId="{C69F2989-9BD7-452F-AAEA-E694454C04AA}" type="pres">
      <dgm:prSet presAssocID="{ACC09E94-65A4-4E15-8FE3-455A71D9E685}" presName="txShp" presStyleLbl="node1" presStyleIdx="2" presStyleCnt="3">
        <dgm:presLayoutVars>
          <dgm:bulletEnabled val="1"/>
        </dgm:presLayoutVars>
      </dgm:prSet>
      <dgm:spPr/>
    </dgm:pt>
  </dgm:ptLst>
  <dgm:cxnLst>
    <dgm:cxn modelId="{B009A102-629E-4012-A9F4-007B1517D4CE}" srcId="{441B4466-2CB7-4C53-9DD9-F917CB9D13B0}" destId="{C9100036-4A0E-45F7-B1DC-D6FEBF2CD035}" srcOrd="0" destOrd="0" parTransId="{9F576934-3A81-420A-8727-1BEDBEBADF43}" sibTransId="{598FE10F-30C1-4C4F-A1BF-9F29643E3DF8}"/>
    <dgm:cxn modelId="{21302004-9C99-4962-9E4E-4E01E6C05BFF}" srcId="{441B4466-2CB7-4C53-9DD9-F917CB9D13B0}" destId="{ACC09E94-65A4-4E15-8FE3-455A71D9E685}" srcOrd="2" destOrd="0" parTransId="{19643D48-178B-4480-9E54-33E0A860BF43}" sibTransId="{F2F80A08-5770-4503-A1D5-72A6DD88B236}"/>
    <dgm:cxn modelId="{D17D411E-CB92-41C9-B121-F3F18B4E6736}" type="presOf" srcId="{2728736B-8E44-4DCA-A39D-C9C48DF8C77F}" destId="{CF575854-C532-46BB-9336-4B7D949E72C2}" srcOrd="0" destOrd="0" presId="urn:microsoft.com/office/officeart/2005/8/layout/vList3"/>
    <dgm:cxn modelId="{E94E013E-2E89-4843-B590-5AD7FECC1ACA}" type="presOf" srcId="{ACC09E94-65A4-4E15-8FE3-455A71D9E685}" destId="{C69F2989-9BD7-452F-AAEA-E694454C04AA}" srcOrd="0" destOrd="0" presId="urn:microsoft.com/office/officeart/2005/8/layout/vList3"/>
    <dgm:cxn modelId="{DBD58D5C-3A50-4FDD-8A4A-895633BE8A0C}" srcId="{441B4466-2CB7-4C53-9DD9-F917CB9D13B0}" destId="{2728736B-8E44-4DCA-A39D-C9C48DF8C77F}" srcOrd="1" destOrd="0" parTransId="{62AA6C9E-C268-4F26-AAF0-DB1E6F8F836C}" sibTransId="{0EC9EFFF-FE82-4CD7-8309-2B9D82F5D0A8}"/>
    <dgm:cxn modelId="{5D348266-563D-44C0-9F56-CAE77A793734}" type="presOf" srcId="{441B4466-2CB7-4C53-9DD9-F917CB9D13B0}" destId="{83016DD2-1B21-45ED-9F22-C61DE940AE8F}" srcOrd="0" destOrd="0" presId="urn:microsoft.com/office/officeart/2005/8/layout/vList3"/>
    <dgm:cxn modelId="{13A81249-F356-4030-AB32-4B363D894928}" type="presOf" srcId="{C9100036-4A0E-45F7-B1DC-D6FEBF2CD035}" destId="{6084B1B7-709D-45E3-B274-3676292C207F}" srcOrd="0" destOrd="0" presId="urn:microsoft.com/office/officeart/2005/8/layout/vList3"/>
    <dgm:cxn modelId="{36573655-67DD-4586-90E2-EC5B528AC990}" type="presParOf" srcId="{83016DD2-1B21-45ED-9F22-C61DE940AE8F}" destId="{BD800576-2BD0-4F9A-AA2E-D09BAA74DE5A}" srcOrd="0" destOrd="0" presId="urn:microsoft.com/office/officeart/2005/8/layout/vList3"/>
    <dgm:cxn modelId="{BE131AC9-A253-4F70-A2A7-0C9170E610AF}" type="presParOf" srcId="{BD800576-2BD0-4F9A-AA2E-D09BAA74DE5A}" destId="{A7D4DE7F-3B15-4613-80A6-227DBE53A5DD}" srcOrd="0" destOrd="0" presId="urn:microsoft.com/office/officeart/2005/8/layout/vList3"/>
    <dgm:cxn modelId="{DA59C600-2338-40C9-893E-8C4EC8E51C22}" type="presParOf" srcId="{BD800576-2BD0-4F9A-AA2E-D09BAA74DE5A}" destId="{6084B1B7-709D-45E3-B274-3676292C207F}" srcOrd="1" destOrd="0" presId="urn:microsoft.com/office/officeart/2005/8/layout/vList3"/>
    <dgm:cxn modelId="{B7AEE0F0-97B5-484F-9DDF-E0DAF27F662A}" type="presParOf" srcId="{83016DD2-1B21-45ED-9F22-C61DE940AE8F}" destId="{C91AD4E8-ABAA-4D8F-9805-31E8612D249B}" srcOrd="1" destOrd="0" presId="urn:microsoft.com/office/officeart/2005/8/layout/vList3"/>
    <dgm:cxn modelId="{A82C9B17-340C-46CC-BDCA-FD10BF20CBE6}" type="presParOf" srcId="{83016DD2-1B21-45ED-9F22-C61DE940AE8F}" destId="{1BBE598A-AB1C-48BB-BB9E-CF1F0143F589}" srcOrd="2" destOrd="0" presId="urn:microsoft.com/office/officeart/2005/8/layout/vList3"/>
    <dgm:cxn modelId="{35BAA371-7E02-46AC-A547-CEE29FCD2A97}" type="presParOf" srcId="{1BBE598A-AB1C-48BB-BB9E-CF1F0143F589}" destId="{4CE33B2A-5D1A-44BB-9688-C1694163D911}" srcOrd="0" destOrd="0" presId="urn:microsoft.com/office/officeart/2005/8/layout/vList3"/>
    <dgm:cxn modelId="{9DE43435-33ED-4603-A898-7011F71D2503}" type="presParOf" srcId="{1BBE598A-AB1C-48BB-BB9E-CF1F0143F589}" destId="{CF575854-C532-46BB-9336-4B7D949E72C2}" srcOrd="1" destOrd="0" presId="urn:microsoft.com/office/officeart/2005/8/layout/vList3"/>
    <dgm:cxn modelId="{9088F9F2-A239-45DE-B753-4E185C1DAEBB}" type="presParOf" srcId="{83016DD2-1B21-45ED-9F22-C61DE940AE8F}" destId="{89065810-30C1-4043-988E-0BCA1AC37A5D}" srcOrd="3" destOrd="0" presId="urn:microsoft.com/office/officeart/2005/8/layout/vList3"/>
    <dgm:cxn modelId="{F550880E-29BD-41E7-B957-EAB21CF92C45}" type="presParOf" srcId="{83016DD2-1B21-45ED-9F22-C61DE940AE8F}" destId="{BAAAFDFA-8D26-4FE7-8BF1-9512D469F29E}" srcOrd="4" destOrd="0" presId="urn:microsoft.com/office/officeart/2005/8/layout/vList3"/>
    <dgm:cxn modelId="{CF579BBE-522F-4753-BA25-06454E8F6160}" type="presParOf" srcId="{BAAAFDFA-8D26-4FE7-8BF1-9512D469F29E}" destId="{FC2D8AFF-5D91-4B81-B77A-510A5BF3E53F}" srcOrd="0" destOrd="0" presId="urn:microsoft.com/office/officeart/2005/8/layout/vList3"/>
    <dgm:cxn modelId="{DEEDB6F7-32E6-4011-9BFB-D55D05C76F53}" type="presParOf" srcId="{BAAAFDFA-8D26-4FE7-8BF1-9512D469F29E}" destId="{C69F2989-9BD7-452F-AAEA-E694454C04A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4B1B7-709D-45E3-B274-3676292C207F}">
      <dsp:nvSpPr>
        <dsp:cNvPr id="0" name=""/>
        <dsp:cNvSpPr/>
      </dsp:nvSpPr>
      <dsp:spPr>
        <a:xfrm rot="10800000">
          <a:off x="2211272" y="3086"/>
          <a:ext cx="7483689" cy="130513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5528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u="none" kern="1200" dirty="0"/>
            <a:t>Webots</a:t>
          </a:r>
          <a:r>
            <a:rPr lang="en-US" sz="2600" b="1" kern="1200" dirty="0"/>
            <a:t> </a:t>
          </a:r>
          <a:r>
            <a:rPr lang="en-US" sz="2600" kern="1200" dirty="0"/>
            <a:t>is an application that is used for robot simulations before they get implemented in real life.</a:t>
          </a:r>
        </a:p>
      </dsp:txBody>
      <dsp:txXfrm rot="10800000">
        <a:off x="2537555" y="3086"/>
        <a:ext cx="7157406" cy="1305134"/>
      </dsp:txXfrm>
    </dsp:sp>
    <dsp:sp modelId="{A7D4DE7F-3B15-4613-80A6-227DBE53A5DD}">
      <dsp:nvSpPr>
        <dsp:cNvPr id="0" name=""/>
        <dsp:cNvSpPr/>
      </dsp:nvSpPr>
      <dsp:spPr>
        <a:xfrm>
          <a:off x="1558705" y="3086"/>
          <a:ext cx="1305134" cy="130513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75854-C532-46BB-9336-4B7D949E72C2}">
      <dsp:nvSpPr>
        <dsp:cNvPr id="0" name=""/>
        <dsp:cNvSpPr/>
      </dsp:nvSpPr>
      <dsp:spPr>
        <a:xfrm rot="10800000">
          <a:off x="2211272" y="1697813"/>
          <a:ext cx="7483689" cy="130513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5528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Programming Language that is high performance and reliable</a:t>
          </a:r>
        </a:p>
      </dsp:txBody>
      <dsp:txXfrm rot="10800000">
        <a:off x="2537555" y="1697813"/>
        <a:ext cx="7157406" cy="1305134"/>
      </dsp:txXfrm>
    </dsp:sp>
    <dsp:sp modelId="{4CE33B2A-5D1A-44BB-9688-C1694163D911}">
      <dsp:nvSpPr>
        <dsp:cNvPr id="0" name=""/>
        <dsp:cNvSpPr/>
      </dsp:nvSpPr>
      <dsp:spPr>
        <a:xfrm>
          <a:off x="1558705" y="1697813"/>
          <a:ext cx="1305134" cy="130513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000" b="-6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F2989-9BD7-452F-AAEA-E694454C04AA}">
      <dsp:nvSpPr>
        <dsp:cNvPr id="0" name=""/>
        <dsp:cNvSpPr/>
      </dsp:nvSpPr>
      <dsp:spPr>
        <a:xfrm rot="10800000">
          <a:off x="2211272" y="3392539"/>
          <a:ext cx="7483689" cy="130513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5528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goal of the project is to have a drone that balances itself and to correctly implement the users' commands</a:t>
          </a:r>
        </a:p>
      </dsp:txBody>
      <dsp:txXfrm rot="10800000">
        <a:off x="2537555" y="3392539"/>
        <a:ext cx="7157406" cy="1305134"/>
      </dsp:txXfrm>
    </dsp:sp>
    <dsp:sp modelId="{FC2D8AFF-5D91-4B81-B77A-510A5BF3E53F}">
      <dsp:nvSpPr>
        <dsp:cNvPr id="0" name=""/>
        <dsp:cNvSpPr/>
      </dsp:nvSpPr>
      <dsp:spPr>
        <a:xfrm>
          <a:off x="1558705" y="3392539"/>
          <a:ext cx="1305134" cy="1305134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18000" r="-18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73146-81AB-4407-BC9E-060EDB79BBA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A2E6B-E82F-4EA2-B20A-49517D2FA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6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A2E6B-E82F-4EA2-B20A-49517D2FAE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4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902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766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26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735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909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2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989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522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569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68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282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277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10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179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292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93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47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935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984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346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445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01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453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85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7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05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283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15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0D08F330-2B6A-4CA2-8273-11828655124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8683E06B-C18F-4F70-AE5C-3E935FFFD20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8425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D058-FB93-A688-F9A7-89B0353034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3D72B-05CB-CF14-6284-B3679FEF5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Jonah Kelly</a:t>
            </a:r>
          </a:p>
        </p:txBody>
      </p:sp>
      <p:pic>
        <p:nvPicPr>
          <p:cNvPr id="5" name="Picture 4" descr="GitHub - cyberbotics/webots: Webots Robot Simulator · GitHub">
            <a:extLst>
              <a:ext uri="{FF2B5EF4-FFF2-40B4-BE49-F238E27FC236}">
                <a16:creationId xmlns:a16="http://schemas.microsoft.com/office/drawing/2014/main" id="{34885ADA-B652-6F9E-B8BA-85FEDFF8B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41" y="1238250"/>
            <a:ext cx="4381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51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508E-AC25-70A3-6BD2-EFAF3C9E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D07A87-9A65-B69C-0AAB-607B4AC501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123867"/>
              </p:ext>
            </p:extLst>
          </p:nvPr>
        </p:nvGraphicFramePr>
        <p:xfrm>
          <a:off x="402336" y="1488931"/>
          <a:ext cx="11253668" cy="4700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272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0E14-E699-4AC9-2555-4729DCC0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hierarchy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6EE808-4570-8A18-1148-DB10F133C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3" y="1436914"/>
            <a:ext cx="6565658" cy="5252526"/>
          </a:xfrm>
          <a:prstGeom prst="rect">
            <a:avLst/>
          </a:prstGeom>
        </p:spPr>
      </p:pic>
      <p:sp>
        <p:nvSpPr>
          <p:cNvPr id="15" name="Frame 14">
            <a:extLst>
              <a:ext uri="{FF2B5EF4-FFF2-40B4-BE49-F238E27FC236}">
                <a16:creationId xmlns:a16="http://schemas.microsoft.com/office/drawing/2014/main" id="{022F8ABF-0D94-E8DB-D25D-D95F6128B918}"/>
              </a:ext>
            </a:extLst>
          </p:cNvPr>
          <p:cNvSpPr/>
          <p:nvPr/>
        </p:nvSpPr>
        <p:spPr>
          <a:xfrm>
            <a:off x="1877787" y="3461659"/>
            <a:ext cx="1143000" cy="334736"/>
          </a:xfrm>
          <a:prstGeom prst="frame">
            <a:avLst>
              <a:gd name="adj1" fmla="val 1170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7F811F-008C-2E56-8DB8-54D1B87152F2}"/>
              </a:ext>
            </a:extLst>
          </p:cNvPr>
          <p:cNvCxnSpPr>
            <a:stCxn id="15" idx="3"/>
          </p:cNvCxnSpPr>
          <p:nvPr/>
        </p:nvCxnSpPr>
        <p:spPr>
          <a:xfrm>
            <a:off x="3020787" y="3629027"/>
            <a:ext cx="2624363" cy="15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82A0BC-63F4-C168-AF55-3AAF0AE86352}"/>
              </a:ext>
            </a:extLst>
          </p:cNvPr>
          <p:cNvSpPr txBox="1"/>
          <p:nvPr/>
        </p:nvSpPr>
        <p:spPr>
          <a:xfrm>
            <a:off x="5645150" y="3461659"/>
            <a:ext cx="106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Main File</a:t>
            </a:r>
          </a:p>
        </p:txBody>
      </p:sp>
    </p:spTree>
    <p:extLst>
      <p:ext uri="{BB962C8B-B14F-4D97-AF65-F5344CB8AC3E}">
        <p14:creationId xmlns:p14="http://schemas.microsoft.com/office/powerpoint/2010/main" val="4086955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1651-FE0A-A3D7-496B-3E5FB850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Thrust calculations, put the </a:t>
            </a:r>
            <a:r>
              <a:rPr lang="en-US"/>
              <a:t>graphs from the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B4DC3-EBF7-5F8E-90FE-D396CAF79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9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DC76-34DA-80E0-D87B-7D48BFDB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Biggest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DC107-EC44-1C00-A35B-6C3EB85B4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45291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189</TotalTime>
  <Words>72</Words>
  <Application>Microsoft Office PowerPoint</Application>
  <PresentationFormat>Widescreen</PresentationFormat>
  <Paragraphs>11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Arial Nova Light</vt:lpstr>
      <vt:lpstr>Univers Condensed</vt:lpstr>
      <vt:lpstr>Lines</vt:lpstr>
      <vt:lpstr>My Capstone Project</vt:lpstr>
      <vt:lpstr>About the project</vt:lpstr>
      <vt:lpstr>Code hierarchy</vt:lpstr>
      <vt:lpstr>Thrust calculations, put the graphs from the data</vt:lpstr>
      <vt:lpstr>Biggest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L Kelly 2</dc:creator>
  <cp:lastModifiedBy>Jonah L Kelly 2</cp:lastModifiedBy>
  <cp:revision>4</cp:revision>
  <dcterms:created xsi:type="dcterms:W3CDTF">2026-10-21T14:22:10Z</dcterms:created>
  <dcterms:modified xsi:type="dcterms:W3CDTF">2026-10-21T18:51:47Z</dcterms:modified>
</cp:coreProperties>
</file>